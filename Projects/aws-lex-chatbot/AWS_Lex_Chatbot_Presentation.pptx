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10"/>
  </p:normalViewPr>
  <p:slideViewPr>
    <p:cSldViewPr snapToGrid="0" snapToObjects="1">
      <p:cViewPr>
        <p:scale>
          <a:sx n="200" d="100"/>
          <a:sy n="200" d="100"/>
        </p:scale>
        <p:origin x="96" y="-37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412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94630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1F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1A2B52"/>
          </a:solidFill>
          <a:ln w="12700">
            <a:solidFill>
              <a:srgbClr val="1A2B5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0" y="365760"/>
            <a:ext cx="2606040" cy="590204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0" y="36576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Web Services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20040" y="640080"/>
            <a:ext cx="54864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an Interactive</a:t>
            </a:r>
            <a:endParaRPr lang="en-US" sz="3200" dirty="0"/>
          </a:p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Quiz Chatbot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320040" y="233172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Amazon Lex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20040" y="2926080"/>
            <a:ext cx="5394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D1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AI-powered chatbot designed to test learners' knowledge of AWS services.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0040" y="3657600"/>
            <a:ext cx="5394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Project: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Lex Chatbot Creation
</a:t>
            </a:r>
            <a:r>
              <a:rPr lang="en-US" sz="12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Client: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CloudLearners Inc.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126480" y="10972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126480" y="146304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Phenyo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126480" y="184708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Tumelo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126480" y="2231136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Malaza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126480" y="2615184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Grace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20040" y="4434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D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Presenter: Phenyo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046720" y="44348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0D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31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Chatbot?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2286000" cy="54864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4663440"/>
            <a:ext cx="1645920" cy="292608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466344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Presenter: Phenyo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08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1051560"/>
            <a:ext cx="73152" cy="347472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024128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0D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chatbot is a software program that simulates human conversation with users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274320" y="1618488"/>
            <a:ext cx="73152" cy="347472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591056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0D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Natural Language Processing (NLP) to understand intent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274320" y="2185416"/>
            <a:ext cx="73152" cy="347472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157984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0D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understand user requests and respond automatically in real time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760720" y="1005840"/>
            <a:ext cx="3063240" cy="2651760"/>
          </a:xfrm>
          <a:prstGeom prst="rect">
            <a:avLst/>
          </a:prstGeom>
          <a:solidFill>
            <a:srgbClr val="131F3E"/>
          </a:solidFill>
          <a:ln w="12700">
            <a:solidFill>
              <a:srgbClr val="131F3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60720" y="105156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897880" y="150876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Customer Service Bots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897880" y="2130552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🎙️  Virtual Assistants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897880" y="2752344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 Educational Learning Bots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74320" y="4206240"/>
            <a:ext cx="8595360" cy="54864"/>
          </a:xfrm>
          <a:prstGeom prst="rect">
            <a:avLst/>
          </a:prstGeom>
          <a:solidFill>
            <a:srgbClr val="D1DCF0"/>
          </a:solidFill>
          <a:ln w="12700">
            <a:solidFill>
              <a:srgbClr val="D1DC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425196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project focuses on building a chatbot using Amazon Lex.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31F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Request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2286000" cy="54864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4663440"/>
            <a:ext cx="1645920" cy="292608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466344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Presenter: Phenyo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1005840"/>
            <a:ext cx="4114800" cy="41148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005840"/>
            <a:ext cx="4114800" cy="41148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D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CloudLearners Inc. needed: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1508760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interactive chatbot for learners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1947672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knowledge quiz about Amazon S3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2386584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choice questions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2825496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feedback for answers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3264408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and engaging learning experience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0" y="182880"/>
            <a:ext cx="3383280" cy="2743200"/>
          </a:xfrm>
          <a:prstGeom prst="rect">
            <a:avLst/>
          </a:prstGeom>
          <a:solidFill>
            <a:srgbClr val="1E3A6E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77840" y="10972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What is our main Goal ?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806440" y="1421892"/>
            <a:ext cx="2926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students learn AWS concepts through conversation.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31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Chatbot Solution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2286000" cy="54864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4663440"/>
            <a:ext cx="1645920" cy="292608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466344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Presenter: Tumelo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08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74320" y="100584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5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built an interactive quiz chatbot using Amazon Lex.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1508760"/>
            <a:ext cx="4023360" cy="1234440"/>
          </a:xfrm>
          <a:prstGeom prst="rect">
            <a:avLst/>
          </a:prstGeom>
          <a:solidFill>
            <a:srgbClr val="131F3E"/>
          </a:solidFill>
          <a:ln w="12700">
            <a:solidFill>
              <a:srgbClr val="131F3E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508760"/>
            <a:ext cx="502920" cy="123444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508760"/>
            <a:ext cx="502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▶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68680" y="160020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Quiz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68680" y="1947672"/>
            <a:ext cx="3291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start with commands like "Start Quiz"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17720" y="1508760"/>
            <a:ext cx="4023360" cy="1234440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17720" y="1508760"/>
            <a:ext cx="502920" cy="123444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17720" y="1508760"/>
            <a:ext cx="502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❓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212080" y="160020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Questions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212080" y="1947672"/>
            <a:ext cx="3291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chatbot asks AWS-related questions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2926080"/>
            <a:ext cx="4023360" cy="1234440"/>
          </a:xfrm>
          <a:prstGeom prst="rect">
            <a:avLst/>
          </a:prstGeom>
          <a:solidFill>
            <a:srgbClr val="131F3E"/>
          </a:solidFill>
          <a:ln w="12700">
            <a:solidFill>
              <a:srgbClr val="131F3E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2926080"/>
            <a:ext cx="502920" cy="123444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2926080"/>
            <a:ext cx="502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🔤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68680" y="301752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Choice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68680" y="3364992"/>
            <a:ext cx="3291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answer with A / B / C options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617720" y="2926080"/>
            <a:ext cx="4023360" cy="1234440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17720" y="2926080"/>
            <a:ext cx="502920" cy="123444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17720" y="2926080"/>
            <a:ext cx="502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212080" y="301752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Feedback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212080" y="3364992"/>
            <a:ext cx="3291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bot provides immediate correct/incorrect responses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31F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Solution Is Valuable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2286000" cy="54864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4663440"/>
            <a:ext cx="1645920" cy="292608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466344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Presenter: Tumelo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74320" y="1005840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 for CloudLearners Inc.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1463040"/>
            <a:ext cx="6858000" cy="420624"/>
          </a:xfrm>
          <a:prstGeom prst="rect">
            <a:avLst/>
          </a:prstGeom>
          <a:solidFill>
            <a:srgbClr val="1A2B52"/>
          </a:solidFill>
          <a:ln w="12700">
            <a:solidFill>
              <a:srgbClr val="1A2B5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463040"/>
            <a:ext cx="6675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Automates learning assessments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74320" y="1956816"/>
            <a:ext cx="6858000" cy="420624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1956816"/>
            <a:ext cx="6675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🎮  Provides interactive education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74320" y="2450592"/>
            <a:ext cx="6858000" cy="420624"/>
          </a:xfrm>
          <a:prstGeom prst="rect">
            <a:avLst/>
          </a:prstGeom>
          <a:solidFill>
            <a:srgbClr val="1A2B52"/>
          </a:solidFill>
          <a:ln w="12700">
            <a:solidFill>
              <a:srgbClr val="1A2B5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450592"/>
            <a:ext cx="6675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Gives instant feedback to learners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74320" y="2944368"/>
            <a:ext cx="6858000" cy="420624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2944368"/>
            <a:ext cx="6675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Can scale to thousands of users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74320" y="3438144"/>
            <a:ext cx="6858000" cy="420624"/>
          </a:xfrm>
          <a:prstGeom prst="rect">
            <a:avLst/>
          </a:prstGeom>
          <a:solidFill>
            <a:srgbClr val="1A2B52"/>
          </a:solidFill>
          <a:ln w="12700">
            <a:solidFill>
              <a:srgbClr val="1A2B5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3438144"/>
            <a:ext cx="6675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Reduces need for manual trainers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74320" y="4069080"/>
            <a:ext cx="8595360" cy="59436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406908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Impact: Makes AWS learning more engaging and accessible.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31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Chatbot Works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2286000" cy="54864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4663440"/>
            <a:ext cx="1645920" cy="292608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466344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Presenter: Nhlanhla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08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74320" y="100584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components used in Amazon Lex: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1417320"/>
            <a:ext cx="2651760" cy="1005840"/>
          </a:xfrm>
          <a:prstGeom prst="rect">
            <a:avLst/>
          </a:prstGeom>
          <a:solidFill>
            <a:srgbClr val="131F3E"/>
          </a:solidFill>
          <a:ln w="12700">
            <a:solidFill>
              <a:srgbClr val="131F3E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417320"/>
            <a:ext cx="2651760" cy="347472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41732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Bot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5760" y="1801368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chatbot system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154680" y="1417320"/>
            <a:ext cx="2651760" cy="1005840"/>
          </a:xfrm>
          <a:prstGeom prst="rect">
            <a:avLst/>
          </a:prstGeom>
          <a:solidFill>
            <a:srgbClr val="131F3E"/>
          </a:solidFill>
          <a:ln w="12700">
            <a:solidFill>
              <a:srgbClr val="131F3E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154680" y="1417320"/>
            <a:ext cx="2651760" cy="347472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54680" y="141732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Intent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246120" y="1801368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what the user wants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35040" y="1417320"/>
            <a:ext cx="2651760" cy="1005840"/>
          </a:xfrm>
          <a:prstGeom prst="rect">
            <a:avLst/>
          </a:prstGeom>
          <a:solidFill>
            <a:srgbClr val="131F3E"/>
          </a:solidFill>
          <a:ln w="12700">
            <a:solidFill>
              <a:srgbClr val="131F3E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35040" y="1417320"/>
            <a:ext cx="2651760" cy="347472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35040" y="141732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Utterances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126480" y="1801368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phrases users type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691640" y="2606040"/>
            <a:ext cx="2651760" cy="1005840"/>
          </a:xfrm>
          <a:prstGeom prst="rect">
            <a:avLst/>
          </a:prstGeom>
          <a:solidFill>
            <a:srgbClr val="131F3E"/>
          </a:solidFill>
          <a:ln w="12700">
            <a:solidFill>
              <a:srgbClr val="131F3E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1691640" y="2606040"/>
            <a:ext cx="2651760" cy="347472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691640" y="260604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📥 Slots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783080" y="2990088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user responses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0" y="2606040"/>
            <a:ext cx="2651760" cy="1005840"/>
          </a:xfrm>
          <a:prstGeom prst="rect">
            <a:avLst/>
          </a:prstGeom>
          <a:solidFill>
            <a:srgbClr val="131F3E"/>
          </a:solidFill>
          <a:ln w="12700">
            <a:solidFill>
              <a:srgbClr val="131F3E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72000" y="2606040"/>
            <a:ext cx="2651760" cy="347472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0" y="260604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📤 Responses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663440" y="2990088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bot replies with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31F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Interaction Flow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2286000" cy="54864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4663440"/>
            <a:ext cx="1645920" cy="292608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466344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b="1" dirty="0">
                <a:solidFill>
                  <a:srgbClr val="0D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Presenter: Nhlanhla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960120"/>
            <a:ext cx="1005840" cy="566928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96012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417320" y="960120"/>
            <a:ext cx="7132320" cy="566928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508760" y="96012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"Start Quiz"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1527048"/>
            <a:ext cx="36576" cy="164592"/>
          </a:xfrm>
          <a:prstGeom prst="rect">
            <a:avLst/>
          </a:prstGeom>
          <a:solidFill>
            <a:srgbClr val="8A9BBF"/>
          </a:solidFill>
          <a:ln w="12700">
            <a:solidFill>
              <a:srgbClr val="8A9BB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737360"/>
            <a:ext cx="1005840" cy="566928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173736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417320" y="1737360"/>
            <a:ext cx="7132320" cy="566928"/>
          </a:xfrm>
          <a:prstGeom prst="rect">
            <a:avLst/>
          </a:prstGeom>
          <a:solidFill>
            <a:srgbClr val="1A2B52"/>
          </a:solidFill>
          <a:ln w="12700">
            <a:solidFill>
              <a:srgbClr val="1A2B5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508760" y="173736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does S3 stand for?"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31520" y="2304288"/>
            <a:ext cx="36576" cy="164592"/>
          </a:xfrm>
          <a:prstGeom prst="rect">
            <a:avLst/>
          </a:prstGeom>
          <a:solidFill>
            <a:srgbClr val="8A9BBF"/>
          </a:solidFill>
          <a:ln w="12700">
            <a:solidFill>
              <a:srgbClr val="8A9BB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2514600"/>
            <a:ext cx="1005840" cy="566928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251460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1417320" y="2514600"/>
            <a:ext cx="7132320" cy="566928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508760" y="251460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/ B / C (Answer)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274320" y="3383280"/>
            <a:ext cx="1005840" cy="384048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338328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1417320" y="3383280"/>
            <a:ext cx="3429000" cy="384048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508760" y="3383280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"Correct! S3 = Simple Storage Service."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074920" y="3383280"/>
            <a:ext cx="3474720" cy="384048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66360" y="3383280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✖  "Incorrect. Answer: Simple Storage Service."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274320" y="3913632"/>
            <a:ext cx="8321040" cy="384048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1480" y="3913632"/>
            <a:ext cx="8138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Bot moves to next question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31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Chatbot Demonstration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2286000" cy="54864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4663440"/>
            <a:ext cx="1645920" cy="292608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20040" y="466344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b="1" dirty="0">
                <a:solidFill>
                  <a:srgbClr val="0D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Presenter: Nhlanhla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08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74320" y="100584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1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this demo we will show: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1508760"/>
            <a:ext cx="411480" cy="384048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1508760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1508760"/>
            <a:ext cx="7955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0D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the chatbot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74320" y="2002536"/>
            <a:ext cx="411480" cy="384048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2002536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22960" y="2002536"/>
            <a:ext cx="7955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0D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Triggering the quiz intent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74320" y="2496312"/>
            <a:ext cx="411480" cy="384048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2496312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2496312"/>
            <a:ext cx="7955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0D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Answering quiz questions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74320" y="2990088"/>
            <a:ext cx="411480" cy="384048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2990088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22960" y="2990088"/>
            <a:ext cx="7955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0D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 responses for correct answers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74320" y="3483864"/>
            <a:ext cx="411480" cy="384048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3483864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22960" y="3483864"/>
            <a:ext cx="7955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0D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 responses for incorrect answers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274320" y="4027932"/>
            <a:ext cx="8595360" cy="594360"/>
          </a:xfrm>
          <a:prstGeom prst="rect">
            <a:avLst/>
          </a:prstGeom>
          <a:solidFill>
            <a:srgbClr val="131F3E"/>
          </a:solidFill>
          <a:ln w="12700">
            <a:solidFill>
              <a:srgbClr val="131F3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28600" y="4048506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will now demonstrate the chatbot working in Amazon Lex.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31F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We Faced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2286000" cy="54864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4736592"/>
            <a:ext cx="1645920" cy="292608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73964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Presenter: Grace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1005840"/>
            <a:ext cx="8595360" cy="1783080"/>
          </a:xfrm>
          <a:prstGeom prst="rect">
            <a:avLst/>
          </a:prstGeom>
          <a:solidFill>
            <a:srgbClr val="1A2B52"/>
          </a:solidFill>
          <a:ln w="12700">
            <a:solidFill>
              <a:srgbClr val="1A2B5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005840"/>
            <a:ext cx="502920" cy="178308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1005840"/>
            <a:ext cx="5029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14400" y="10972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1 — Exact Slot Naming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14400" y="14630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1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</a:t>
            </a: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 values had to match exactly — incorrect wording prevented the bot from working.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914400" y="19202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7ED8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</a:t>
            </a: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slot values and responses throughout the bot configuration.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74320" y="2926080"/>
            <a:ext cx="8595360" cy="1783080"/>
          </a:xfrm>
          <a:prstGeom prst="rect">
            <a:avLst/>
          </a:prstGeom>
          <a:solidFill>
            <a:srgbClr val="1A2B52"/>
          </a:solidFill>
          <a:ln w="12700">
            <a:solidFill>
              <a:srgbClr val="1A2B5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2926080"/>
            <a:ext cx="502920" cy="178308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2926080"/>
            <a:ext cx="5029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914400" y="30175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2 — Slot Type Confusion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14400" y="33832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1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</a:t>
            </a: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Initially tried creating custom slot types which caused unexpected errors.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914400" y="38404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7ED8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</a:t>
            </a: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Discovered and used pre-configured Amazon Lex slot types instead.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31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2286000" cy="54864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4700016"/>
            <a:ext cx="1645920" cy="292608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466344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Presenter: Grace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08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1097280"/>
            <a:ext cx="8595360" cy="868680"/>
          </a:xfrm>
          <a:prstGeom prst="rect">
            <a:avLst/>
          </a:prstGeom>
          <a:solidFill>
            <a:srgbClr val="131F3E"/>
          </a:solidFill>
          <a:ln w="12700">
            <a:solidFill>
              <a:srgbClr val="131F3E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097280"/>
            <a:ext cx="822960" cy="86868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1097280"/>
            <a:ext cx="822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🤖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234440" y="1097280"/>
            <a:ext cx="7498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Lex enables AI-powered conversational interfaces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74320" y="2103120"/>
            <a:ext cx="8595360" cy="868680"/>
          </a:xfrm>
          <a:prstGeom prst="rect">
            <a:avLst/>
          </a:prstGeom>
          <a:solidFill>
            <a:srgbClr val="131F3E"/>
          </a:solidFill>
          <a:ln w="12700">
            <a:solidFill>
              <a:srgbClr val="131F3E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103120"/>
            <a:ext cx="822960" cy="86868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2103120"/>
            <a:ext cx="822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📚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234440" y="2103120"/>
            <a:ext cx="7498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Chatbots can enhance interactive learning platforms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74320" y="3108960"/>
            <a:ext cx="8595360" cy="868680"/>
          </a:xfrm>
          <a:prstGeom prst="rect">
            <a:avLst/>
          </a:prstGeom>
          <a:solidFill>
            <a:srgbClr val="131F3E"/>
          </a:solidFill>
          <a:ln w="12700">
            <a:solidFill>
              <a:srgbClr val="131F3E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3108960"/>
            <a:ext cx="822960" cy="86868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3108960"/>
            <a:ext cx="822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⚙️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234440" y="3108960"/>
            <a:ext cx="7498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 configuration of intents, slots, and utterances is critical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274320" y="3977640"/>
            <a:ext cx="8595360" cy="68580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4114800"/>
            <a:ext cx="8595360" cy="685800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demonstrates how AWS AI services can be used to build scalable educational tools.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31F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749040"/>
            <a:ext cx="9144000" cy="1394460"/>
          </a:xfrm>
          <a:prstGeom prst="rect">
            <a:avLst/>
          </a:prstGeom>
          <a:solidFill>
            <a:srgbClr val="1A2B52"/>
          </a:solidFill>
          <a:ln w="12700">
            <a:solidFill>
              <a:srgbClr val="1A2B5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D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Lex Chatbot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20040" y="566928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D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CloudLearners Inc.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1371600"/>
            <a:ext cx="8503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320040" y="2834640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D1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for listening.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20040" y="3246120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welcome any questions.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74320" y="388620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Phenyo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423160" y="388620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Tumelo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0" y="388620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Nhlanhla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720840" y="388620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815</TotalTime>
  <Words>604</Words>
  <Application>Microsoft Office PowerPoint</Application>
  <PresentationFormat>On-screen Show (16:9)</PresentationFormat>
  <Paragraphs>144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Building an Interactive AWS Quiz Chatbot Using Amazon Lex</dc:title>
  <dc:subject>PptxGenJS Presentation</dc:subject>
  <dc:creator>PptxGenJS</dc:creator>
  <cp:lastModifiedBy>Tumelo Thomas Mathenjwa</cp:lastModifiedBy>
  <cp:revision>2</cp:revision>
  <dcterms:created xsi:type="dcterms:W3CDTF">2026-03-16T20:00:13Z</dcterms:created>
  <dcterms:modified xsi:type="dcterms:W3CDTF">2026-03-17T09:48:14Z</dcterms:modified>
</cp:coreProperties>
</file>